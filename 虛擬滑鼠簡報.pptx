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183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8B83FF"/>
                </a:solidFill>
                <a:latin typeface="Microsoft JhengHei"/>
              </a:defRPr>
            </a:pPr>
            <a:r>
              <a:t>🖱 虛擬滑鼠伺服器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AA"/>
                </a:solidFill>
                <a:latin typeface="Microsoft JhengHei"/>
              </a:defRPr>
            </a:pPr>
            <a:r>
              <a:t>用手機在同一區網即時操控電腦滑鼠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347472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Microsoft JhengHei"/>
              </a:defRPr>
            </a:pPr>
            <a:r>
              <a:t>支援多指手勢  ·  虛擬左右鍵  ·  連線密碼保護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t>Made by 阿剛老師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功能簡介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45720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手機變觸控板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掃描 QR Code 即可使用，無須安裝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即時滑鼠操控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觸控滑動即時控制電腦游標，延遲極低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多指手勢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支援 1~3 指操作，如滾輪、縮放、拖曳視窗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連線密碼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可設定密碼保護，防止未授權存取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設定可調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移動速度、距離倍率、震動回饋皆可調整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JhengHei"/>
              </a:defRPr>
            </a:pPr>
            <a: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114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設定自動儲存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6634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電腦端密碼與手機端設定自動保存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系統架構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83FF"/>
                </a:solidFill>
                <a:latin typeface="Microsoft JhengHei"/>
              </a:defRPr>
            </a:pPr>
            <a:r>
              <a:t>💻 電腦端 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Flask Web 伺服器</a:t>
            </a:r>
          </a:p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Socket.IO 即時通訊</a:t>
            </a:r>
          </a:p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pyautogui 滑鼠控制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14800" y="196596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256032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  <a:latin typeface="Microsoft JhengHei"/>
              </a:defRPr>
            </a:pPr>
            <a:r>
              <a:t>📡 區域網路 (Wi-Fi)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同一區網</a:t>
            </a:r>
          </a:p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低延遲傳輸</a:t>
            </a:r>
          </a:p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WebSocket 協定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98079" y="196596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2004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83FF"/>
                </a:solidFill>
                <a:latin typeface="Microsoft JhengHei"/>
              </a:defRPr>
            </a:pPr>
            <a:r>
              <a:t>📱 手機端 (HTML/JS)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全螢幕觸控板</a:t>
            </a:r>
          </a:p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多點觸控手勢辨識</a:t>
            </a:r>
          </a:p>
          <a:p>
            <a:pPr>
              <a:spcBef>
                <a:spcPts val="600"/>
              </a:spcBef>
              <a:defRPr sz="1300">
                <a:solidFill>
                  <a:srgbClr val="AAAAAA"/>
                </a:solidFill>
                <a:latin typeface="Microsoft JhengHei"/>
              </a:defRPr>
            </a:pPr>
            <a:r>
              <a:t>▸ Socket.IO 用戶端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JhengHei"/>
              </a:defRPr>
            </a:pPr>
            <a:r>
              <a:t>運作流程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① 電腦執行 server.py，啟動 Flask 伺服器並顯示 QR Code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② 手機掃描 QR Code，開啟內建瀏覽器連線至電腦 IP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③ 若設有密碼，手機輸入正確密碼後進入觸控板頁面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④ Socket.IO WebSocket 建立連線，開始即時雙向通訊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⑤ 手指在手機觸控板滑動 → 觸控事件 → WebSocket → pyautogui 操控滑鼠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手勢對應一覽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859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1 指拖曳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移動游標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14859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1 指輕點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左鍵點擊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66760" y="148590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444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1 指長按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右鍵點擊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14884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226314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221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2 指拖曳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滾輪捲動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214884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7720" y="226314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221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2 指輕點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右鍵點擊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14884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66760" y="226314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221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2 指捏合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縮放 (Ctrl+滾輪)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292608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" y="304038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3 指輕點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按住左鍵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292608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17720" y="304038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3 指拖曳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左鍵拖曳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2926080"/>
            <a:ext cx="3474720" cy="6400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66760" y="304038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JhengHei"/>
              </a:defRPr>
            </a:pPr>
            <a:r>
              <a:t>3 指滑動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40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JhengHei"/>
              </a:defRPr>
            </a:pPr>
            <a:r>
              <a:t>切換視窗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03520"/>
            <a:ext cx="10515600" cy="914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39496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  <a:latin typeface="Microsoft JhengHei"/>
              </a:defRPr>
            </a:pPr>
            <a:r>
              <a:t>💡 提示：3 指滑動方向對應 — 上: Win+Tab (工作檢視)  |  下: Win+D (顯示桌面)  |  左/右: Alt+Tab (切換視窗)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使用流程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44752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安裝 Python 及套件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630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pip install flask flask-socketio pyautogui qrcode[pil] pillow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21992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488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執行 server.py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python server.py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999232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9260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999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點擊「啟動伺服器」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電腦端顯示 QR Code 與 IP 位址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76472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7033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7764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手機掃描 QR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7947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確認手機與電腦在同一 Wi-Fi 網路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553712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480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45537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輸入密碼 (若有設定)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通過驗證後進入全螢幕觸控板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330952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578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5330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JhengHei"/>
              </a:defRPr>
            </a:pPr>
            <a:r>
              <a:t>開始操控！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3492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觸控手機螢幕即時控制電腦滑鼠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連線密碼保護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83FF"/>
                </a:solidFill>
                <a:latin typeface="Microsoft JhengHei"/>
              </a:defRPr>
            </a:pPr>
            <a:r>
              <a:t>💻 電腦端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① 在「連線密碼」欄位輸入密碼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② 點擊「啟動伺服器」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③ 密碼自動儲存至 config.json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④ 手機掃 QR Code 後須驗證密碼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43600" y="219456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0" y="1371600"/>
            <a:ext cx="4754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83FF"/>
                </a:solidFill>
                <a:latin typeface="Microsoft JhengHei"/>
              </a:defRPr>
            </a:pPr>
            <a:r>
              <a:t>📱 手機端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0116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① 掃描 QR Code 開啟網頁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② 顯示密碼輸入畫面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③ 輸入正確密碼 → 進入觸控板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• ④ 密碼錯誤 → 顯示錯誤提示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5156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Microsoft JhengHei"/>
              </a:defRPr>
            </a:pPr>
            <a:r>
              <a:t>🔒 密碼留空則不需驗證，手機掃 QR Code 後直接進入觸控板。</a:t>
            </a:r>
            <a:br/>
            <a:r>
              <a:t>密碼會加密儲存在本機 config.json 檔案中，每次啟動自動載入。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手機端設定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Microsoft JhengHei"/>
              </a:defRPr>
            </a:pPr>
            <a:r>
              <a:t>點擊觸控板右下角 ⚙ 圖示開啟設定面板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移動速度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3108960"/>
            <a:ext cx="1554480" cy="36576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0.2 ~ 4.0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Microsoft JhengHei"/>
              </a:defRPr>
            </a:pPr>
            <a:r>
              <a:t>手指滑動轉換為游標移動的靈敏度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2024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滑動距離倍率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108960"/>
            <a:ext cx="1554480" cy="36576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0.2 ~ 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657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Microsoft JhengHei"/>
              </a:defRPr>
            </a:pPr>
            <a:r>
              <a:t>觸控距離對應實際游標移動距離的比例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滾輪速度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108960"/>
            <a:ext cx="1554480" cy="36576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0.2 ~ 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57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Microsoft JhengHei"/>
              </a:defRPr>
            </a:pPr>
            <a:r>
              <a:t>兩指滑動時滾輪捲動的速度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920240"/>
            <a:ext cx="2651760" cy="32004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Microsoft JhengHei"/>
              </a:defRPr>
            </a:pPr>
            <a:r>
              <a:t>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震動回饋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3108960"/>
            <a:ext cx="1554480" cy="36576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開 / 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5760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Microsoft JhengHei"/>
              </a:defRPr>
            </a:pPr>
            <a:r>
              <a:t>點擊或手勢時手機是否震動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AB308"/>
                </a:solidFill>
                <a:latin typeface="Microsoft JhengHei"/>
              </a:defRPr>
            </a:pPr>
            <a:r>
              <a:t>💡 所有設定會自動儲存在手機瀏覽器 localStorage，下次連線自動載入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技術棧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83FF"/>
                </a:solidFill>
                <a:latin typeface="Microsoft JhengHei"/>
              </a:defRPr>
            </a:pPr>
            <a:r>
              <a:t>🐍 Python 後端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Flask  —  Web 伺服器框架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Flask-SocketIO  —  即時 WebSocket 雙向通訊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pyautogui  —  跨平台滑鼠與鍵盤控制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qrcode + Pillow  —  QR Code 產生與圖片處理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tkinter  —  桌面圖形介面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83FF"/>
                </a:solidFill>
                <a:latin typeface="Microsoft JhengHei"/>
              </a:defRPr>
            </a:pPr>
            <a:r>
              <a:t>🌐 前端網頁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HTML5 + CSS3  —  全螢幕觸控板 UI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JavaScript (ES6)  —  多點觸控手勢辨識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Socket.IO Client  —  WebSocket 連線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Touch Events API  —  觸控事件處理</a:t>
            </a:r>
          </a:p>
          <a:p>
            <a:pPr>
              <a:spcBef>
                <a:spcPts val="600"/>
              </a:spcBef>
              <a:defRPr sz="1400">
                <a:solidFill>
                  <a:srgbClr val="AAAAAA"/>
                </a:solidFill>
                <a:latin typeface="Microsoft JhengHei"/>
              </a:defRPr>
            </a:pPr>
            <a:r>
              <a:t>▸ localStorage  —  設定值本地保存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JhengHei"/>
              </a:defRPr>
            </a:pPr>
            <a:r>
              <a:t>📦 安裝指令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663440"/>
            <a:ext cx="10241280" cy="731520"/>
          </a:xfrm>
          <a:prstGeom prst="roundRect">
            <a:avLst/>
          </a:prstGeom>
          <a:solidFill>
            <a:srgbClr val="12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70916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A34A"/>
                </a:solidFill>
                <a:latin typeface="Microsoft JhengHei"/>
              </a:defRPr>
            </a:pPr>
            <a:r>
              <a:t>pip install flask flask-socketio pyautogui qrcode[pil] pillow simple-websocket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18320" cy="45720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8B83FF"/>
                </a:solidFill>
                <a:latin typeface="Microsoft JhengHei"/>
              </a:defRPr>
            </a:pPr>
            <a:r>
              <a:t>授權與作者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228600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JhengHei"/>
              </a:defRPr>
            </a:pPr>
            <a:r>
              <a:t>Creative Commons Attribution-NonCommercial 4.0</a:t>
            </a:r>
            <a:br/>
            <a:r>
              <a:t>(CC BY-NC 4.0)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4747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✅ 可以自由分享、複製、發佈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✅ 可以修改、改編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❌ 必須標示原作者（阿剛老師）</a:t>
            </a:r>
          </a:p>
          <a:p>
            <a:pPr>
              <a:spcBef>
                <a:spcPts val="600"/>
              </a:spcBef>
              <a:defRPr sz="1500">
                <a:solidFill>
                  <a:srgbClr val="AAAAAA"/>
                </a:solidFill>
                <a:latin typeface="Microsoft JhengHei"/>
              </a:defRPr>
            </a:pPr>
            <a:r>
              <a:t> ❌ 不得用於商業目的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JhengHei"/>
              </a:defRPr>
            </a:pPr>
            <a:r>
              <a:t>Made by 阿剛老師  |  https://kentxchang.blogspot.tw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